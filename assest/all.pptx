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013" autoAdjust="0"/>
    <p:restoredTop sz="94660"/>
  </p:normalViewPr>
  <p:slideViewPr>
    <p:cSldViewPr snapToGrid="0">
      <p:cViewPr>
        <p:scale>
          <a:sx n="66" d="100"/>
          <a:sy n="66" d="100"/>
        </p:scale>
        <p:origin x="31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7823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17283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1151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40669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91791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90187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24248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77483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97766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صورة بانورامي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5047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لعنوان والتسمية ال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15765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قتباس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4938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بطاقة اس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497128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64688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 صو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97183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85516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2198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A8EDB7C-29DB-4531-9BAC-0FD707D8E053}" type="datetimeFigureOut">
              <a:rPr lang="ar-SA" smtClean="0"/>
              <a:t>11/08/1447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03B5863-5D20-4F48-9E27-2005E5D0E4F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2028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035CB5EF-5CC4-417C-A074-46F8E9396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415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E10FFFA4-5499-4198-80C5-9B9C2B1CC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584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BD30ED62-11B1-4906-9342-991971371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5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091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8FF84B71-A5D5-42C8-A850-520C27641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" y="-1"/>
            <a:ext cx="1217888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119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9B9CABD2-636F-4A64-BFD9-E9520D13B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82" y="0"/>
            <a:ext cx="122023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45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5B783130-4A67-4F19-9E08-D75EE8F40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" y="0"/>
            <a:ext cx="121795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44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DD1C31A-CB32-4AFD-966B-A050A45F8B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0458" y="-80067"/>
            <a:ext cx="13352915" cy="706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15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4FCC4332-C3E6-4D60-80E1-2A99972AA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84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7515F9CC-A63D-45F4-9839-4BA0AE229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415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532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087841A2-197B-4C74-ABD2-194B9B645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739" y="0"/>
            <a:ext cx="122807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599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20B38CBB-B0B2-4A0C-A026-38A69B594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3" y="0"/>
            <a:ext cx="1214807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781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6FF590A2-C201-4BDD-815C-BD6C2C839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" y="0"/>
            <a:ext cx="121788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82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0BE6A481-7895-40F5-BD05-53776AD38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4" y="0"/>
            <a:ext cx="121303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543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صورة 8">
            <a:extLst>
              <a:ext uri="{FF2B5EF4-FFF2-40B4-BE49-F238E27FC236}">
                <a16:creationId xmlns:a16="http://schemas.microsoft.com/office/drawing/2014/main" id="{E1F5F1A6-1AF1-44DA-893F-A47B2F100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4" y="0"/>
            <a:ext cx="121303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83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32001F24-2A95-4520-A785-D4DAC05F7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69" y="0"/>
            <a:ext cx="121967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422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09FA6716-6EF4-454B-887A-5E2962589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8" y="0"/>
            <a:ext cx="121243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99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A589DC58-7648-4E88-B695-C4B4892F5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730" y="0"/>
            <a:ext cx="1234945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08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3EE52295-A772-404E-B8A6-F1111E3CB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94" y="0"/>
            <a:ext cx="1221078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655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C947B7EC-9971-4EC3-ADFE-B474C98EA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254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95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3B15F04F-C6FF-4F75-8632-1CF721A26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458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C13B8282-5507-4FE8-B282-60B55B67F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22"/>
            <a:ext cx="12192000" cy="685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41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50B5A8B1-C894-4FC8-A960-2CDF093EB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409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4D5B3035-DB43-42AC-97D5-0E09D33FD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534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526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EE2333E3-2410-43A9-A9C5-7F10CC544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29638"/>
      </p:ext>
    </p:extLst>
  </p:cSld>
  <p:clrMapOvr>
    <a:masterClrMapping/>
  </p:clrMapOvr>
</p:sld>
</file>

<file path=ppt/theme/theme1.xml><?xml version="1.0" encoding="utf-8"?>
<a:theme xmlns:a="http://schemas.openxmlformats.org/drawingml/2006/main" name="قطرة">
  <a:themeElements>
    <a:clrScheme name="قطرة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قطرة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قطرة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قطرة</Template>
  <TotalTime>167</TotalTime>
  <Words>0</Words>
  <Application>Microsoft Office PowerPoint</Application>
  <PresentationFormat>شاشة عريضة</PresentationFormat>
  <Paragraphs>0</Paragraphs>
  <Slides>24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24</vt:i4>
      </vt:variant>
    </vt:vector>
  </HeadingPairs>
  <TitlesOfParts>
    <vt:vector size="27" baseType="lpstr">
      <vt:lpstr>Arial</vt:lpstr>
      <vt:lpstr>Tw Cen MT</vt:lpstr>
      <vt:lpstr>قطرة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حفيد الملوك</dc:creator>
  <cp:lastModifiedBy>حفيد الملوك</cp:lastModifiedBy>
  <cp:revision>1</cp:revision>
  <dcterms:created xsi:type="dcterms:W3CDTF">2026-01-29T18:39:56Z</dcterms:created>
  <dcterms:modified xsi:type="dcterms:W3CDTF">2026-01-29T21:27:08Z</dcterms:modified>
</cp:coreProperties>
</file>